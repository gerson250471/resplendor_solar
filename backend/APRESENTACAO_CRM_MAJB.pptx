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575CC-D1A8-3360-09E3-7E95789E4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F9BA00-254C-B259-DA07-DF3C2BCE6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771829-3134-A138-3EC5-7CFE5726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69D8AF-A00D-1497-E292-FFFF861B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BA027C-3F6D-0327-935F-FF4FDEC1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545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9CC82-89E5-19F9-D67B-4317C6C2D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2013DC-390E-0CAE-CC73-EEA05B4E9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683A2D-0F8A-4124-109C-D3613777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1BD591-CDCD-37CB-9AB6-BBCEFE2B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413D41-E943-99EB-CEC8-DAAF2CB4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AE0A2-6A4F-0AB0-BF70-137DA039C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8F903D-4B2E-A3E8-1229-86E8D7CB0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FAD369-7A7D-747F-AB00-2890DE3D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6DE207-DED9-7218-A42E-00AD740B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701EEC-84F9-8485-1CFE-436B53BD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538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B3CC7-C6F0-E9E7-ECF6-D9B9E075D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D771B3-1E42-FE60-4807-81A871CDE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1B2484-A988-8399-84D0-DD8DFE8C5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61648C-7978-8A61-202C-B52F69A3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651B47-4E0D-0B59-920C-6B219EC0A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D0BB4D-D617-CD03-6E65-A841BCF9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06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5C054-4F94-5E0D-EDDF-368AC2B4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7DDD9D-C6CC-A2D7-0F5B-A1F9ED3DD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68A51B-26F1-347C-963D-1205E12FF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60B2712-FB1F-4D9B-9373-17ABB6C05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C1E779-F145-9BC0-EEFB-5E870F553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C8A6BBE-FA6A-BB37-3DAB-DBF3001EB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04753DF-6DE9-AC5E-DE31-7D2E669E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8D80B1-2355-18A0-DC80-1A2A5C784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848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C1AE1-8BB2-352C-2E87-93D1D93ED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F166C8-5279-575B-7125-B60C6583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677C607-7040-62F8-0400-8821C4BE3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659707-8070-19F6-84A1-092F6896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76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CBA106B-7322-F02A-F05F-685151C7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6E8BD10-8410-508B-0519-93473029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687E7F-1888-0CCC-AF1E-163AD4319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362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03654-BDD2-1C20-820A-907C182C3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7C1207-68AD-3BFA-CCFA-BCC104335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F25789-3AE5-E6DD-DCC1-D6BEC8EE0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50767B-C30E-15CE-064B-C4D9A033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3FA5A1-6AA8-2AAE-55A5-350E01F0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D9582-505D-2043-D132-CA6CC42C6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47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FB8F1-59D3-66FF-CE2F-7103DE39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F1AFCF0-17E6-BF9C-E992-B479F10CD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BA11D3-A3BA-8228-60E6-431BF98FA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1F5B36-E001-792E-59E0-468BD4D4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C9D6E8-F285-A3FA-787A-8957D2D7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8C6A82-8FAC-0CF4-9804-51DC83AC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0038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D3080-6B3A-A488-BE6A-81981FDE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FA955F-BD75-8E01-2B0A-317359DD1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964E8A-81EC-C04E-86EC-D1C3BFB43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988B48-7C48-D459-5FC2-6B2F77B1D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36DDA0-7345-B256-A9B5-963AF02F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6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54FF79-BD07-BCEB-AB3E-4C389505D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35569D-4D32-B948-9404-7F47B18C1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CBE855-723B-F12D-712F-DED161075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18C228-8CBC-9F34-C671-52A3CB2C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E4BF1A-668A-BE9F-46D4-C4BD2CBA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529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01F5E4F-C2BB-C224-7C29-461E7107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274F09-D6D2-32C5-C66D-9F034883F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ACBD3E-63C7-CCBC-F1A2-AE37435EF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9CBB6-CA32-455D-A117-5BA23C158B53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75AD66-A27C-90E9-67C8-9310FBD66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89AF67-F8C2-CF01-9BDB-A9402C01C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B1884-D6D7-4253-BDF8-58524DABEB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37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02F4F9-9E27-53F1-67D8-DB0ECB864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CRM MAJB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FC6572-AF35-AB89-9B7D-6ABB63BE2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RESPLENDOR SOLAR</a:t>
            </a:r>
          </a:p>
        </p:txBody>
      </p:sp>
      <p:pic>
        <p:nvPicPr>
          <p:cNvPr id="7" name="Graphic 6" descr="Marca de seleção">
            <a:extLst>
              <a:ext uri="{FF2B5EF4-FFF2-40B4-BE49-F238E27FC236}">
                <a16:creationId xmlns:a16="http://schemas.microsoft.com/office/drawing/2014/main" id="{222B87AD-223F-343D-143A-DE34BBBBF3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23372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2750C41-1AAD-A394-4113-25583106E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75470"/>
            <a:ext cx="10905066" cy="5507059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79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8C4179-B321-2C02-F558-0FFCABE01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4DB5AF-7E4A-2156-9D5F-9B8F310B2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015" y="643467"/>
            <a:ext cx="902196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4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F591B7-6FA6-3386-C985-18707A935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43627"/>
            <a:ext cx="10905066" cy="537074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0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CRM MAJB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k26290</dc:creator>
  <cp:lastModifiedBy>k26290</cp:lastModifiedBy>
  <cp:revision>1</cp:revision>
  <dcterms:created xsi:type="dcterms:W3CDTF">2026-04-29T10:32:11Z</dcterms:created>
  <dcterms:modified xsi:type="dcterms:W3CDTF">2026-04-29T10:43:25Z</dcterms:modified>
</cp:coreProperties>
</file>